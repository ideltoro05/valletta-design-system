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315200" cy="895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alletta_cultur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315200" cy="895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