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579105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alletta_cultur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57910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