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257403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alletta_cultur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2574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